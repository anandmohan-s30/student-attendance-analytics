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b789fc26ffc4e40" /><Relationship Type="http://schemas.openxmlformats.org/package/2006/relationships/metadata/core-properties" Target="/docProps/core.xml" Id="R8e2833cfa8db452b" /><Relationship Type="http://schemas.openxmlformats.org/officeDocument/2006/relationships/extended-properties" Target="/docProps/app.xml" Id="R332604e395ac4582" /><Relationship Type="http://schemas.openxmlformats.org/officeDocument/2006/relationships/custom-properties" Target="/docProps/custom.xml" Id="R2ed93ac13010442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a271020ba1e84f7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271020ba1e84f7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e7ea0f31a840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6ed665880b49d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ca79f8e0641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5962cc226c41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3911308b3b47c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63b3647398d4e2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162c57f274d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100000" name="AccentBar"/>
          <p:cNvSpPr txBox="1"/>
          <p:nvPr/>
        </p:nvSpPr>
        <p:spPr>
          <a:xfrm xmlns:a="http://schemas.openxmlformats.org/drawingml/2006/main">
            <a:off x="0" y="0"/>
            <a:ext cx="121932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66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6366F1"/>
              </a:solidFill>
            </a:endParaRPr>
          </a:p>
        </p:txBody>
      </p:sp>
      <p:sp>
        <p:nvSpPr>
          <p:cNvPr id="100001" name="Title"/>
          <p:cNvSpPr txBox="1"/>
          <p:nvPr/>
        </p:nvSpPr>
        <p:spPr>
          <a:xfrm xmlns:a="http://schemas.openxmlformats.org/drawingml/2006/main">
            <a:off x="540000" y="28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Student Attendance Analytics</a:t>
            </a:r>
          </a:p>
        </p:txBody>
      </p:sp>
      <p:sp>
        <p:nvSpPr>
          <p:cNvPr id="100002" name="Subtitle"/>
          <p:cNvSpPr txBox="1"/>
          <p:nvPr/>
        </p:nvSpPr>
        <p:spPr>
          <a:xfrm xmlns:a="http://schemas.openxmlformats.org/drawingml/2006/main">
            <a:off x="540000" y="900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94A3B8"/>
                </a:solidFill>
                <a:latin typeface="Segoe UI"/>
                <a:ea typeface="Segoe UI"/>
              </a:rPr>
              <a:t>Full-stack attendance management system  |  React 18  |  Node.js / Express  |  MySQL  |  JWT Auth</a:t>
            </a:r>
          </a:p>
        </p:txBody>
      </p:sp>
      <p:sp>
        <p:nvSpPr>
          <p:cNvPr id="100003" name="Divider"/>
          <p:cNvSpPr txBox="1"/>
          <p:nvPr/>
        </p:nvSpPr>
        <p:spPr>
          <a:xfrm xmlns:a="http://schemas.openxmlformats.org/drawingml/2006/main">
            <a:off x="540000" y="1224000"/>
            <a:ext cx="10800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334155"/>
              </a:solidFill>
            </a:endParaRPr>
          </a:p>
        </p:txBody>
      </p:sp>
      <p:sp>
        <p:nvSpPr>
          <p:cNvPr id="100004" name="ColHeader1"/>
          <p:cNvSpPr txBox="1"/>
          <p:nvPr/>
        </p:nvSpPr>
        <p:spPr>
          <a:xfrm xmlns:a="http://schemas.openxmlformats.org/drawingml/2006/main">
            <a:off x="540000" y="1332000"/>
            <a:ext cx="32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6366F1"/>
                </a:solidFill>
                <a:latin typeface="Segoe UI"/>
                <a:ea typeface="Segoe UI"/>
              </a:rPr>
              <a:t>KEY FEATURES</a:t>
            </a:r>
          </a:p>
        </p:txBody>
      </p:sp>
      <p:sp>
        <p:nvSpPr>
          <p:cNvPr id="100005" name="Features"/>
          <p:cNvSpPr txBox="1"/>
          <p:nvPr/>
        </p:nvSpPr>
        <p:spPr>
          <a:xfrm xmlns:a="http://schemas.openxmlformats.org/drawingml/2006/main">
            <a:off x="540000" y="1620000"/>
            <a:ext cx="324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JWT Login (HttpOnly cookie, 8h session)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Dashboard — KPI cards &amp; Recharts visuals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Student CRUD with attendance %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Subject CRUD with faculty mapping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Bulk attendance marking per day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Analytics — trends, rankings, distribution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Auto-detect defaulters below 75%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  Per-student subject-wise breakdown</a:t>
            </a:r>
          </a:p>
        </p:txBody>
      </p:sp>
      <p:sp>
        <p:nvSpPr>
          <p:cNvPr id="100006" name="ColHeader2"/>
          <p:cNvSpPr txBox="1"/>
          <p:nvPr/>
        </p:nvSpPr>
        <p:spPr>
          <a:xfrm xmlns:a="http://schemas.openxmlformats.org/drawingml/2006/main">
            <a:off x="4140000" y="1332000"/>
            <a:ext cx="32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6366F1"/>
                </a:solidFill>
                <a:latin typeface="Segoe UI"/>
                <a:ea typeface="Segoe UI"/>
              </a:rPr>
              <a:t>TECH STACK</a:t>
            </a:r>
          </a:p>
        </p:txBody>
      </p:sp>
      <p:sp>
        <p:nvSpPr>
          <p:cNvPr id="100007" name="TechStack"/>
          <p:cNvSpPr txBox="1"/>
          <p:nvPr/>
        </p:nvSpPr>
        <p:spPr>
          <a:xfrm xmlns:a="http://schemas.openxmlformats.org/drawingml/2006/main">
            <a:off x="4140000" y="1620000"/>
            <a:ext cx="342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Frontend     React 18, Vite, Tailwind CSS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Charts          Recharts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Routing        React Router v6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HTTP           Axios (withCredentials)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Backend      Node.js, Express.js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Auth             bcrypt + jsonwebtoken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Database     MySQL (mysql2 pool)</a:t>
            </a:r>
          </a:p>
          <a:p xmlns:a="http://schemas.openxmlformats.org/drawingml/2006/main">
            <a:r>
              <a:rPr lang="en-US" sz="1300" b="0">
                <a:solidFill>
                  <a:srgbClr val="CBD5E1"/>
                </a:solidFill>
                <a:latin typeface="Segoe UI"/>
                <a:ea typeface="Segoe UI"/>
              </a:rPr>
              <a:t>Dev               nodemon, dotenv</a:t>
            </a:r>
          </a:p>
        </p:txBody>
      </p:sp>
      <p:sp>
        <p:nvSpPr>
          <p:cNvPr id="100008" name="ColHeader3"/>
          <p:cNvSpPr txBox="1"/>
          <p:nvPr/>
        </p:nvSpPr>
        <p:spPr>
          <a:xfrm xmlns:a="http://schemas.openxmlformats.org/drawingml/2006/main">
            <a:off x="7920000" y="1332000"/>
            <a:ext cx="36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6366F1"/>
                </a:solidFill>
                <a:latin typeface="Segoe UI"/>
                <a:ea typeface="Segoe UI"/>
              </a:rPr>
              <a:t>ARCHITECTURE</a:t>
            </a:r>
          </a:p>
        </p:txBody>
      </p:sp>
      <p:sp>
        <p:nvSpPr>
          <p:cNvPr id="100009" name="Architecture"/>
          <p:cNvSpPr txBox="1"/>
          <p:nvPr/>
        </p:nvSpPr>
        <p:spPr>
          <a:xfrm xmlns:a="http://schemas.openxmlformats.org/drawingml/2006/main">
            <a:off x="7920000" y="1620000"/>
            <a:ext cx="378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frontend/src/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pages/        Login, Dashboard, Students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                    Subjects, Attendance, Analytics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components/  Sidebar, Header, KpiCard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context/       AuthContext (session)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services/      api.js (axios instance)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/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backend/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controllers/  auth, students, subjects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                    attendance, analytics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middleware/   JWT cookie verification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routes/          REST API endpoints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db/                MySQL connection pool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/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database/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schema.sql        Tables + sample data</a:t>
            </a:r>
          </a:p>
          <a:p xmlns:a="http://schemas.openxmlformats.org/drawingml/2006/main">
            <a:r>
              <a:rPr lang="en-US" sz="1100" b="0">
                <a:solidFill>
                  <a:srgbClr val="CBD5E1"/>
                </a:solidFill>
                <a:latin typeface="Segoe UI"/>
                <a:ea typeface="Segoe UI"/>
              </a:rPr>
              <a:t>  migrate_users.sql  Users table</a:t>
            </a:r>
          </a:p>
        </p:txBody>
      </p:sp>
      <p:sp>
        <p:nvSpPr>
          <p:cNvPr id="100010" name="FooterBar"/>
          <p:cNvSpPr txBox="1"/>
          <p:nvPr/>
        </p:nvSpPr>
        <p:spPr>
          <a:xfrm xmlns:a="http://schemas.openxmlformats.org/drawingml/2006/main">
            <a:off x="0" y="6588000"/>
            <a:ext cx="12193200" cy="2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>
              <a:solidFill>
                <a:srgbClr val="1E293B"/>
              </a:solidFill>
            </a:endParaRPr>
          </a:p>
        </p:txBody>
      </p:sp>
      <p:sp>
        <p:nvSpPr>
          <p:cNvPr id="100011" name="FooterLeft"/>
          <p:cNvSpPr txBox="1"/>
          <p:nvPr/>
        </p:nvSpPr>
        <p:spPr>
          <a:xfrm xmlns:a="http://schemas.openxmlformats.org/drawingml/2006/main">
            <a:off x="540000" y="6624000"/>
            <a:ext cx="64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6366F1"/>
                </a:solidFill>
                <a:latin typeface="Segoe UI"/>
                <a:ea typeface="Segoe UI"/>
              </a:rPr>
              <a:t>github.com/AnandMohan-s30/student-attendance-analytics</a:t>
            </a:r>
          </a:p>
        </p:txBody>
      </p:sp>
      <p:sp>
        <p:nvSpPr>
          <p:cNvPr id="100012" name="FooterRight"/>
          <p:cNvSpPr txBox="1"/>
          <p:nvPr/>
        </p:nvSpPr>
        <p:spPr>
          <a:xfrm xmlns:a="http://schemas.openxmlformats.org/drawingml/2006/main">
            <a:off x="4680000" y="6624000"/>
            <a:ext cx="684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64748B"/>
                </a:solidFill>
                <a:latin typeface="Segoe UI"/>
                <a:ea typeface="Segoe UI"/>
              </a:rPr>
              <a:t>Backend: localhost:5000   |   Frontend: localhost:5173   |   DB: student_attendance_db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2026-10-09T06:31:06Z</dcterms:created>
  <cp:lastModifiedBy>OfficeCLI</cp:lastModifiedBy>
  <dcterms:modified xsi:type="dcterms:W3CDTF">2026-10-09T06:31:06Z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2026-10-09T06:31:08Z</vt:lpwstr>
  </op:property>
</op:Properties>
</file>